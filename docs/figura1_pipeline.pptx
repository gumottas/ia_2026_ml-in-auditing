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Proposto: do Dataset à Decisão de Alocação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Gustavo Souza da Motta | Vinicius Rego  ·  Mestrado em Inteligência Artificial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114300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43000"/>
            <a:ext cx="2560320" cy="4754880"/>
          </a:xfrm>
          <a:prstGeom prst="rect">
            <a:avLst/>
          </a:prstGeom>
          <a:solidFill>
            <a:srgbClr val="2563EB">
              <a:alpha val="8000"/>
            </a:srgbClr>
          </a:solidFill>
          <a:ln w="2794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256032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" y="1764792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Sintético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" y="2011680"/>
            <a:ext cx="2231136" cy="0"/>
          </a:xfrm>
          <a:prstGeom prst="line">
            <a:avLst/>
          </a:prstGeom>
          <a:noFill/>
          <a:ln w="1016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" y="2148840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200 auditores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" y="2660904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300 projetos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" y="3172968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1.500 alocações históricas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35224" y="3520440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3264408" y="1143000"/>
            <a:ext cx="2560320" cy="4754880"/>
          </a:xfrm>
          <a:prstGeom prst="rect">
            <a:avLst/>
          </a:prstGeom>
          <a:solidFill>
            <a:srgbClr val="16A34A">
              <a:alpha val="8000"/>
            </a:srgbClr>
          </a:solidFill>
          <a:ln w="2794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64408" y="1143000"/>
            <a:ext cx="256032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11430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37560" y="1764792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Ensemble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29000" y="2011680"/>
            <a:ext cx="2231136" cy="0"/>
          </a:xfrm>
          <a:prstGeom prst="line">
            <a:avLst/>
          </a:prstGeom>
          <a:noFill/>
          <a:ln w="1016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0712" y="2148840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Random Forest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10712" y="2660904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XGBoost · LightGBM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10712" y="3172968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CatBoost · Extra Trees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79592" y="3520440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6208776" y="1143000"/>
            <a:ext cx="2560320" cy="4754880"/>
          </a:xfrm>
          <a:prstGeom prst="rect">
            <a:avLst/>
          </a:prstGeom>
          <a:solidFill>
            <a:srgbClr val="9333EA">
              <a:alpha val="8000"/>
            </a:srgbClr>
          </a:solidFill>
          <a:ln w="27940">
            <a:solidFill>
              <a:srgbClr val="9333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08776" y="1143000"/>
            <a:ext cx="2560320" cy="47548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08776" y="11430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81928" y="1764792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Fit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73368" y="2011680"/>
            <a:ext cx="2231136" cy="0"/>
          </a:xfrm>
          <a:prstGeom prst="line">
            <a:avLst/>
          </a:prstGeom>
          <a:noFill/>
          <a:ln w="10160">
            <a:solidFill>
              <a:srgbClr val="9333EA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2148840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fit_score(i,j) ∈ [0,1]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5080" y="2660904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 auditor × projeto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55080" y="3172968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6 dimensões de matching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823960" y="3520440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9153144" y="1143000"/>
            <a:ext cx="2560320" cy="4754880"/>
          </a:xfrm>
          <a:prstGeom prst="rect">
            <a:avLst/>
          </a:prstGeom>
          <a:solidFill>
            <a:srgbClr val="DC2626">
              <a:alpha val="8000"/>
            </a:srgbClr>
          </a:solidFill>
          <a:ln w="27940">
            <a:solidFill>
              <a:srgbClr val="DC262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53144" y="1143000"/>
            <a:ext cx="256032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53144" y="11430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226296" y="1764792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Heurísticas de Alocação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317736" y="2011680"/>
            <a:ext cx="2231136" cy="0"/>
          </a:xfrm>
          <a:prstGeom prst="line">
            <a:avLst/>
          </a:prstGeom>
          <a:noFill/>
          <a:ln w="1016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99448" y="2148840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Matriz de scores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299448" y="2660904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Greedy · Húngaro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299448" y="3172968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Plano de alocação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65760" y="598932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elaboração própria. Dataset sintético baseado no IIA Internal Auditing Competency Framework (IIA, 2022).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Framework — Alocação de Auditores com ML</dc:title>
  <dc:subject>PptxGenJS Presentation</dc:subject>
  <dc:creator>PptxGenJS</dc:creator>
  <cp:lastModifiedBy>PptxGenJS</cp:lastModifiedBy>
  <cp:revision>1</cp:revision>
  <dcterms:created xsi:type="dcterms:W3CDTF">2026-06-18T13:50:50Z</dcterms:created>
  <dcterms:modified xsi:type="dcterms:W3CDTF">2026-06-18T13:50:50Z</dcterms:modified>
</cp:coreProperties>
</file>